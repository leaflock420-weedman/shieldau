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ShieldAU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lawyer access during police interactions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Australia's compliant legal connection platform —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Australian app offers near-instant lawyer connection during police stops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Aid &amp; community centres: limited after-hours, especially regional QLD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Medicinal cannabis patients face harsh, confusing drug-driving laws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ATSILS provides critical free help — but demand exceeds capacity in peak periods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don't know their rights when it matters most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&amp; referral platform — connects users to independent qualified lawyers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matching by issue: traffic, criminal, complaints, cannabis, general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 Credit subscription — pre-funded pool pays lawyers, no payment panic during stops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rights modules: QLD, NSW, VIC (general information only)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documentation + official complaint guides + ATSILS links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subscribes → Shield Credit deposited monthly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Police interaction → tap Connect → select category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Matched to available panel lawyer in &lt; 2 minutes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Secure encrypted call — lawyer provides advice (not ShieldAU)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Credit deducted: 15-min block → per min → hourly after 60 min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ShieldAU pays lawyer from pre-funded pool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Billing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15 min: minimum block (25% of hourly rate) — e.g. $90 at $360/hr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16–60: per minute at hourly ÷ 60 — e.g. $6/min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60 min: full hourly blocks — e.g. $360/hr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Subscriptions: Basic $29 → $25 credit | Plus $49 → $45 | Pro $99 → $90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Unused credit rolls over — platform holds float to pay lawyers promptly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ShieldAU is NOT a law firm — technology &amp; referral only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lawyers with practising certificates provide all legal advice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content: "general information only" — lawyer-reviewed, regularly updated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Act 1988 (APPs), Australia-hosted encrypted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PI + lawyer PII; formal panel agreements with established firms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Prominent disclaimers: comply with lawful police directions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Medicinal cannabis: 500k+ Australian patients, strict driving laws in QLD/WA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Aboriginal &amp; Torres Strait Islander people: highest police contact rates nationally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QLD: major gap in after-hours criminal law access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Attorney Shield proves demand for police-interaction legal tech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Australian competitor in this niche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— Phase 1 QLD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Gold Coast / Brisbane criminal law firms for lawyer panel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MVP: QLD focus + NSW/VIC rights + ATSILS integration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Beta: 100 users Gold Coast — medicinal cannabis + general public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Marketing: "Know your rights" / "Lawyer in minutes" — never over-promise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Sydney &amp; Melbourne panels; Phase 3: national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— Year 1 Target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6: 800 subscribers × ~$45 avg = $36k/mo revenue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12: 2,500 subscribers = $112k/mo revenue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Lawyer connections: ~120/mo by month 6, ~400/mo by month 12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capital need: $70–150k (float, build, legal, insurance)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Break-even: month 10–14 at projected growth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ShieldAU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your rights. Get a lawyer. Stay compliant.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demo@shieldau.com.au  •  Gold Coast, QLD  •  June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ShieldAU Pitch Deck</dc:title>
  <dc:subject>PptxGenJS Presentation</dc:subject>
  <dc:creator>ShieldAU</dc:creator>
  <cp:lastModifiedBy>ShieldAU</cp:lastModifiedBy>
  <cp:revision>1</cp:revision>
  <dcterms:created xsi:type="dcterms:W3CDTF">2026-06-25T01:50:01Z</dcterms:created>
  <dcterms:modified xsi:type="dcterms:W3CDTF">2026-06-25T01:50:01Z</dcterms:modified>
</cp:coreProperties>
</file>